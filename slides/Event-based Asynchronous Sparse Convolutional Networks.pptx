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40febf0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40febf0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40febf0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40febf0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d40febf0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d40febf0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d40febf0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d40febf0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40febf0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d40febf0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d40febf0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d40febf0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d40febf0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d40febf0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d40febf0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d40febf0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d40febf0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d40febf0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d40febf0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d40febf0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40febf0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d40febf0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d40febf0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d40febf0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queue maintains a queue for each pixel location that tracks a certain number of events, with their timestamps and polarities. (e.g. </a:t>
            </a:r>
            <a:r>
              <a:rPr lang="en">
                <a:solidFill>
                  <a:schemeClr val="dk1"/>
                </a:solidFill>
              </a:rPr>
              <a:t>ror a queue length of 15, this results in a 3D tensor with </a:t>
            </a:r>
            <a:r>
              <a:rPr b="1" lang="en">
                <a:solidFill>
                  <a:schemeClr val="dk1"/>
                </a:solidFill>
              </a:rPr>
              <a:t>30 channels</a:t>
            </a:r>
            <a:r>
              <a:rPr lang="en">
                <a:solidFill>
                  <a:schemeClr val="dk1"/>
                </a:solidFill>
              </a:rPr>
              <a:t> (15 timestamps + 15 polarities) at each spatial location).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d40febf0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d40febf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d40febf0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d40febf0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d4df893d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d4df893d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Event-based Asynchronous Sparse Convolutional Networks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4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Nico Messikommer, Daniel Gehrig, Antonio Loquercio, and Davide Scaramuzza</a:t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(2020)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algorithm</a:t>
            </a:r>
            <a:endParaRPr/>
          </a:p>
        </p:txBody>
      </p:sp>
      <p:sp>
        <p:nvSpPr>
          <p:cNvPr id="61" name="Google Shape;61;p14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Submanifold </a:t>
            </a:r>
            <a:r>
              <a:rPr b="1" lang="en">
                <a:solidFill>
                  <a:schemeClr val="dk1"/>
                </a:solidFill>
              </a:rPr>
              <a:t>Sparse Convolutions </a:t>
            </a:r>
            <a:r>
              <a:rPr b="1" lang="en">
                <a:solidFill>
                  <a:schemeClr val="dk1"/>
                </a:solidFill>
              </a:rPr>
              <a:t>(Spatial):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convolution output is restricted to "Active Sites" (non-zero pixels) in the input, preventing the data from thickening or "dilating" into empty space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Recursive Delta Propagation (Temporal):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when an event occurs, the algorithm calculates the change Δ and propagates it only through the specific chain of neurons connected to that pixel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Submanifold sparse convolution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041" y="1017725"/>
            <a:ext cx="6296299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Submanifold trick</a:t>
            </a:r>
            <a:endParaRPr/>
          </a:p>
        </p:txBody>
      </p:sp>
      <p:sp>
        <p:nvSpPr>
          <p:cNvPr id="73" name="Google Shape;73;p16"/>
          <p:cNvSpPr txBox="1"/>
          <p:nvPr>
            <p:ph idx="4294967295" type="body"/>
          </p:nvPr>
        </p:nvSpPr>
        <p:spPr>
          <a:xfrm>
            <a:off x="4965950" y="1152475"/>
            <a:ext cx="386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Using a standard convolution, in which the entire filter is activated if a single pixel is active, results in dilation as more convolutions are applied. This is </a:t>
            </a:r>
            <a:r>
              <a:rPr lang="en"/>
              <a:t>unacceptable</a:t>
            </a:r>
            <a:r>
              <a:rPr lang="en"/>
              <a:t> for deep networks.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492725"/>
            <a:ext cx="4423525" cy="27359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1100450" y="4703625"/>
            <a:ext cx="785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3D Semantic Segmentation with Submanifold Sparse Convolutional Networks” (</a:t>
            </a:r>
            <a:r>
              <a:rPr lang="en"/>
              <a:t>Graham, 2017)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Submanifold trick</a:t>
            </a:r>
            <a:endParaRPr/>
          </a:p>
        </p:txBody>
      </p:sp>
      <p:sp>
        <p:nvSpPr>
          <p:cNvPr id="81" name="Google Shape;81;p17"/>
          <p:cNvSpPr txBox="1"/>
          <p:nvPr>
            <p:ph idx="4294967295" type="body"/>
          </p:nvPr>
        </p:nvSpPr>
        <p:spPr>
          <a:xfrm>
            <a:off x="4965950" y="1152475"/>
            <a:ext cx="386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By limiting the convolution to only pixels that are active, we maintain sparsity after each operation.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71125"/>
            <a:ext cx="4573399" cy="23791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1100450" y="4703625"/>
            <a:ext cx="785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“3D Semantic Segmentation with Submanifold Sparse Convolutional Networks” (Graham, 2017)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3996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same idea illustrated in the current paper.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525" y="1168775"/>
            <a:ext cx="7070524" cy="26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Submanifold trick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2413625" y="4703625"/>
            <a:ext cx="653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Event-based Asynchronous Sparse Convolutional Networks</a:t>
            </a:r>
            <a:r>
              <a:rPr lang="en"/>
              <a:t>” (Graham, 2020)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the submanifold trick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5798225" y="1152475"/>
            <a:ext cx="303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By only convolving over the active sites, the network maintains sparseness through the layers.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71813"/>
            <a:ext cx="5330575" cy="257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complexity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5905725" y="1152475"/>
            <a:ext cx="292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method is </a:t>
            </a:r>
            <a:r>
              <a:rPr lang="en"/>
              <a:t>guaranteed</a:t>
            </a:r>
            <a:r>
              <a:rPr lang="en"/>
              <a:t> to grow with a </a:t>
            </a:r>
            <a:r>
              <a:rPr lang="en"/>
              <a:t>fractal dimension &lt; 2, reducing complexity especially as the number of layers in the network increase.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25" y="1200738"/>
            <a:ext cx="5385001" cy="331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 delta propagation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863" y="1017725"/>
            <a:ext cx="721627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Rulebook updating approach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5835225" y="1152475"/>
            <a:ext cx="299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Only update active sites and their connections within the network in the rulebook when a change occurs at an site (becomes active or inactive). The rulebook acts as a </a:t>
            </a:r>
            <a:r>
              <a:rPr b="1" lang="en"/>
              <a:t>sparse wiring </a:t>
            </a:r>
            <a:r>
              <a:rPr b="1" lang="en"/>
              <a:t>diagram</a:t>
            </a:r>
            <a:r>
              <a:rPr lang="en"/>
              <a:t> for the network.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225" y="1507450"/>
            <a:ext cx="5468023" cy="270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6186625" y="1152475"/>
            <a:ext cx="264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Approach is more efficient</a:t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09576"/>
            <a:ext cx="5745773" cy="250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3088700"/>
            <a:ext cx="8520600" cy="17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Matches performance of event histogram and event queue.</a:t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925" y="1152473"/>
            <a:ext cx="6566174" cy="185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3606550"/>
            <a:ext cx="8520600" cy="13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Exploiting sparsity improves efficiency when there are fewer events compared to other approaches which require the same MFLOPs regardless of the number of </a:t>
            </a:r>
            <a:r>
              <a:rPr lang="en"/>
              <a:t>events</a:t>
            </a:r>
            <a:r>
              <a:rPr lang="en"/>
              <a:t>.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963" y="1017726"/>
            <a:ext cx="7968077" cy="25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45" name="Google Shape;145;p26"/>
          <p:cNvSpPr txBox="1"/>
          <p:nvPr>
            <p:ph idx="4294967295" type="body"/>
          </p:nvPr>
        </p:nvSpPr>
        <p:spPr>
          <a:xfrm>
            <a:off x="311700" y="3282900"/>
            <a:ext cx="8520600" cy="16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Similar performance for object recognition compared to other approaches.</a:t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413" y="1152471"/>
            <a:ext cx="5843176" cy="205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idx="4294967295" type="body"/>
          </p:nvPr>
        </p:nvSpPr>
        <p:spPr>
          <a:xfrm>
            <a:off x="311700" y="3393850"/>
            <a:ext cx="8520600" cy="13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Similar performance for object recognition compared to other approaches, while being more efficient.</a:t>
            </a:r>
            <a:endParaRPr/>
          </a:p>
        </p:txBody>
      </p:sp>
      <p:sp>
        <p:nvSpPr>
          <p:cNvPr id="152" name="Google Shape;152;p27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912" y="1152475"/>
            <a:ext cx="6194173" cy="218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Messikommer, N., Gehrig, D., Loquercio, A. &amp; Scaramuzza, D. Event-based Asynchronous Sparse Convolutional Networks. arXiv (2020) doi:10.48550/arxiv.2003.09148.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Graham, B., Engelcke, M. &amp; Maaten, L. van der. 3D Semantic Segmentation with Submanifold Sparse Convolutional Networks. 2018 IEEECVF Conf. Comput. Vis. Pattern Recognit. 9224–9232 (2018) doi:10.1109/cvpr.2018.00961.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Graham, B. Sparse 3D convolutional neural networks. Procedings Br. Mach. Vis. Conf. 2015 150.1-150.9 (2015) doi:10.5244/c.29.150.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